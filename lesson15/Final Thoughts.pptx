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465A6-EEBB-84AC-1E5F-3DD6958BC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895E75-E290-1F71-397D-BE66BDFEF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D06E2-561F-8A4B-7F53-68FF9E16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B0BDF-1FC3-DC9C-4DC9-0D216E0BE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55EBF-D26E-467E-4596-C448F7ED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3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2CF6-06AB-93E7-13E0-E18D33A20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997D9-053D-2D57-FAD5-9602DA44C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739C9-948C-782E-D15A-E2A3A5A7D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44771-7C50-850D-327F-A82089AC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BDC84-68D9-8ACE-C0BA-B27A73A95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3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5109-D9F6-0C76-9A5F-8E720211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0CC9B-55C9-B60D-C718-54EAE0C7A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5C43F-DFC9-F2FF-2446-2E412C241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F7790-8B14-4BEF-E0D6-28CF203F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AB6A9-06F3-A5AA-9CB1-68821E75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7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DBEF-0F90-9E48-0A38-6111E5B8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7E6DF-927A-D91B-5C96-2E6D7A0D2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4C67C-6534-F7DD-2DAE-1B37AAFDC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E37F2-91B3-C45B-4D1B-7BC8B5A43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4DBA4-773A-7863-6F19-98B468DB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D72AD-B63E-CCAF-2DC5-FAB976D6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12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BFA9-7F0C-92DD-2B44-A6B4C2E42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81BCB-6492-7A42-1306-DF01EF8B3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8B53F-6C80-2545-F4AF-11666970C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9B3F2-97C9-12CD-1A00-4CB762403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90BE8-42BB-DADD-3FA4-F604949469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AB5D22-E179-CDE2-8BF4-88D31F400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630FFA-A868-6815-64F2-53ED7AC4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91E799-A7F3-EA4B-CCFA-666BF9488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8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141C-1FEB-9884-D7EF-155A555E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73563-8722-D604-E0DF-D09151A38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9DC6A-F5A9-88AF-AF1F-4A5DB57C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340FB-A4ED-7C13-A45B-F5E33BCB5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8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A4102-88C5-50D2-C5BB-9FD4420AB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0DB613-202D-D066-2589-307AB585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500B6-6484-410A-8396-ED8C422A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8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D5F8-8E60-5792-2745-3E4FA2896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517E4-C1E9-A718-5FFA-517D93D6B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DF45F-83B5-30FD-8FCA-4EC96B32E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F8DCB-AA2F-5108-CCEE-13FD7634F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45D57-C73A-506F-C528-383D497F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F0B23-8909-065C-D1CC-732415E2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3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1D991-7EFC-B940-3E1B-96B52B42B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9727E-78ED-8A44-44A6-D065D219FC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1BEAB-2676-B61E-D011-F67834B30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81FBA-08EB-5EC0-07EB-1684991A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1E693-5AC1-9515-AA78-44D06B61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FAA4F-248A-26E2-16A4-DEC01765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56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2F998-095A-1CB0-0561-7944AE21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59CB8-9A83-8161-FB06-7AA36E8DC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84632-C540-8FE9-DD18-5C9C922A3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558CB-9352-237C-44D2-87B898B83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73E52-A5AE-BBDA-951F-1194E78D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2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9DBDDC-3CE1-1F25-E4CC-740C6DF99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BE21E-61E0-7026-34F8-C7107803D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6A038-6479-C2E5-1232-24E739FB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D8F77-FB8A-3BBA-8433-B6D0ADE8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3A757-B474-14BB-EB1C-682550A5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1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BBD8B-8950-182C-99C9-9C7B2D085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6C524-6FA1-4F2C-3F19-2DC554D77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D0926-262B-E624-6852-269CC260F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9D0AD4-C450-4649-988C-ABAF4FB6A9A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CC816-1757-C8D0-C9A5-9FE17CCDB4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AAC46-9527-3630-8A5F-FFF3BD94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06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orms.office.com/r/RvNFP3m9Ck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3D86-B798-40B3-5FE5-384ED96009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CED7D-A057-290B-1EDA-0E10770CB1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AI2C Tech Intro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3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2760-8A60-EF39-53C2-C2905FEBA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D82B9-747B-BF41-7E27-D16D4C7CA5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https://forms.office.com/r/RvNFP3m9Ck</a:t>
            </a:r>
            <a:endParaRPr lang="en-US" sz="2000" dirty="0"/>
          </a:p>
          <a:p>
            <a:r>
              <a:rPr lang="en-US" sz="2000" dirty="0"/>
              <a:t>Open until 1900 on 22-Aug-25</a:t>
            </a:r>
          </a:p>
        </p:txBody>
      </p:sp>
      <p:pic>
        <p:nvPicPr>
          <p:cNvPr id="1026" name="Picture 2" descr="QR code">
            <a:extLst>
              <a:ext uri="{FF2B5EF4-FFF2-40B4-BE49-F238E27FC236}">
                <a16:creationId xmlns:a16="http://schemas.microsoft.com/office/drawing/2014/main" id="{43522CF7-D601-6454-5F61-D8DEAECB399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8724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B98EE-C38E-BA21-4299-9F39E0C7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Teams!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38624E-7F8E-70EF-6AB9-B1E07A9C6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E17669-F068-5F03-1BA2-21A30D1B81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Team OIC:</a:t>
            </a:r>
          </a:p>
          <a:p>
            <a:r>
              <a:rPr lang="en-US" dirty="0"/>
              <a:t>Team NCOIC: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DE950B-709B-45C7-B1CD-179289595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Team 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E18948B-3825-3ACB-1851-A6FE376DCC8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Team OIC:</a:t>
            </a:r>
          </a:p>
          <a:p>
            <a:r>
              <a:rPr lang="en-US" dirty="0"/>
              <a:t>Team NCOIC:</a:t>
            </a:r>
          </a:p>
        </p:txBody>
      </p:sp>
    </p:spTree>
    <p:extLst>
      <p:ext uri="{BB962C8B-B14F-4D97-AF65-F5344CB8AC3E}">
        <p14:creationId xmlns:p14="http://schemas.microsoft.com/office/powerpoint/2010/main" val="144336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1418-0A90-D116-86D1-2A8F7317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Volunteering Friday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D2784-B53B-5A46-5846-77A883314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6189C-8108-0537-9FB2-7EBFD4D75E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Address</a:t>
            </a:r>
          </a:p>
          <a:p>
            <a:r>
              <a:rPr lang="en-US" dirty="0"/>
              <a:t>Time</a:t>
            </a:r>
          </a:p>
          <a:p>
            <a:r>
              <a:rPr lang="en-US" dirty="0"/>
              <a:t>“Uniform”</a:t>
            </a:r>
          </a:p>
          <a:p>
            <a:r>
              <a:rPr lang="en-US" dirty="0"/>
              <a:t>Tasks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DF274-5984-4F80-1E2B-4152556EE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Place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63B274-928C-7966-B224-7E7D8DB917A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Address</a:t>
            </a:r>
          </a:p>
          <a:p>
            <a:r>
              <a:rPr lang="en-US" dirty="0"/>
              <a:t>Time</a:t>
            </a:r>
          </a:p>
          <a:p>
            <a:r>
              <a:rPr lang="en-US" dirty="0"/>
              <a:t>“Uniform”</a:t>
            </a:r>
          </a:p>
          <a:p>
            <a:r>
              <a:rPr lang="en-US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396215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D2EA5-C8F4-A99A-8A4D-B24C138BA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2F27DC-B25F-7B54-9DA6-C52777738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Course/lesson refinement</a:t>
            </a:r>
          </a:p>
          <a:p>
            <a:r>
              <a:rPr lang="en-US" dirty="0"/>
              <a:t>Kata development</a:t>
            </a:r>
          </a:p>
          <a:p>
            <a:r>
              <a:rPr lang="en-US" dirty="0"/>
              <a:t>Friday recitation development</a:t>
            </a:r>
          </a:p>
          <a:p>
            <a:r>
              <a:rPr lang="en-US" dirty="0"/>
              <a:t>Help move to new space</a:t>
            </a:r>
          </a:p>
        </p:txBody>
      </p:sp>
    </p:spTree>
    <p:extLst>
      <p:ext uri="{BB962C8B-B14F-4D97-AF65-F5344CB8AC3E}">
        <p14:creationId xmlns:p14="http://schemas.microsoft.com/office/powerpoint/2010/main" val="1319749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74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Final Thoughts</vt:lpstr>
      <vt:lpstr>AAR</vt:lpstr>
      <vt:lpstr>New Teams!</vt:lpstr>
      <vt:lpstr>Volunteering Friday</vt:lpstr>
      <vt:lpstr>Others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17</cp:revision>
  <dcterms:created xsi:type="dcterms:W3CDTF">2025-08-14T17:01:47Z</dcterms:created>
  <dcterms:modified xsi:type="dcterms:W3CDTF">2025-08-14T17:54:11Z</dcterms:modified>
</cp:coreProperties>
</file>